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2A0B5"/>
                </a:solidFill>
              </a:rPr>
              <a:t>开源个人博客系统二次开发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9A8F88"/>
                </a:solidFill>
              </a:rPr>
              <a:t>基于 Ghost 的主题扩展与「稍后阅读」自主功能</a:t>
            </a:r>
          </a:p>
          <a:p>
            <a:r>
              <a:rPr sz="2000">
                <a:solidFill>
                  <a:srgbClr val="9A8F88"/>
                </a:solidFill>
              </a:rPr>
              <a:t>《开源软件与新技术》实验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基线：Ghost 6.59.0（TryGhost/Ghost，MIT）+ 官方 Source 主题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目标：不改写底层能力，完成可见的二次开发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技术栈：Node.js 22 · Handlebars · CSS · 原生 JS · SQLite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交付：自定义主题 oss-blog-theme + 自主功能「稍后阅读（收藏）」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架构与修改边界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前端：自定义主题 oss-blog-theme（Fork 自 Source）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后端：Ghost 负责认证 / 内容 / 标签 / 会员 / 评论 / 搜索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自主功能：收藏数据仅存浏览器 localStorage，不碰后端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修改边界：仅 theme/、docs/、tests/、scripts/；runtime/ 通过 .gitignore 排除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主题二次开发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Fork Source → oss-blog-theme（name/version/description 已改，保留 LICENSE）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导航：新增「稍后阅读」入口 + 收藏计数 badge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收藏入口：文章卡片右上角 + 详情页标题下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视觉：马卡龙色调（玫瑰粉 #F2A0B5 + 奶油白 #FBF7F2）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自主功能：稍后阅读（收藏）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用户故事：把感兴趣的文章收藏起来，稍后快速找到继续阅读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实现：localStorage（键 oss-blog-reading-list）+ 事件委托 + 抽屉面板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能力：收藏/取消、计数、列表跳转、单条移除、清空、空状态、Esc 关闭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隐私：仅本地存储，无服务端传输，无第三方共享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功能 / 权限 / 界面 / 恢复 共 18 条用例全部通过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主题校验：pnpm test（gscan）→ compatible with Ghost 6.x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重启恢复：ghost stop → start 后文章、评论、主题均在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详见 tests/acceptance.md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Git 协作流程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7 个非合并 Commit（基线 / 功能 / 文档 / 修复 / 视觉 / 测试）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Issue #1（基线）、Issue #2（自主功能）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Pull Request #3：feature/blog-enhancement → main，已合并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标签 v1.0-lab；仓库 https://github.com/rei-poca/ghost-blog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2A0B5"/>
                </a:solidFill>
              </a:rPr>
              <a:t>问题与反思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变量遮蔽 bug：局部变量 toggle 遮蔽同名函数，重命名 toggleBtn 修复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进程管理：node current/index.js 直启会脱离 ghost-cli，统一用 ghost start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63F3A"/>
                </a:solidFill>
              </a:rPr>
              <a:t>修改边界：始终限制在主题目录，未触碰核心，升级可整体替换主题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2A0B5"/>
                </a:solidFill>
              </a:rPr>
              <a:t>谢谢 ·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9A8F88"/>
                </a:solidFill>
              </a:rPr>
              <a:t>仓库：https://github.com/rei-poca/ghost-blog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